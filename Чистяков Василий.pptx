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1" r:id="rId4"/>
    <p:sldId id="262" r:id="rId5"/>
    <p:sldId id="267" r:id="rId6"/>
    <p:sldId id="257" r:id="rId7"/>
    <p:sldId id="266" r:id="rId8"/>
    <p:sldId id="258" r:id="rId9"/>
    <p:sldId id="268" r:id="rId10"/>
    <p:sldId id="259" r:id="rId11"/>
    <p:sldId id="26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-178" y="-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AC77E42-C258-36EB-7F68-24AB10AC0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A6BA66A8-70B2-A3E1-CD95-EFAF25A65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336F5717-F079-EB67-B727-CE7E0D74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1EC5BDC4-6A63-5495-F960-CB81C358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08EA643-B98F-3844-E273-902CC02C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01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49B899F-A312-3507-0690-92E263F5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8C9658B-D7B0-40AE-0C27-C8DBC2EB1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DA38CBF9-C383-DB7A-052F-82709952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5C6C2DD7-CC57-012E-DD67-95FD8E3C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9C830D7E-5FC3-A734-72DE-B574A9AE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59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619B071-EE4D-FD56-A53E-79A8EC41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8C4BAE31-18F7-F7FA-9BD9-6CEE2BEC0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FBA8DABE-AFD3-2C52-96FB-5962C424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C8560788-7CA2-B6CE-CAF2-C8AC187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66F82951-91BC-FA70-45F9-2E10AE72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17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62A2C56-9556-3EC4-995B-9869813D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EFAB2D1-8AA9-F7DC-58F4-81E5BD7A4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4D149B7-12FA-7411-A826-AAB406558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5BE6BC08-447C-9E38-D0BB-8D20A675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19C25101-413B-7A3B-DCC0-EB542232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0DEB2C3E-3C74-5F2F-3E57-B77FA038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31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43B0321-3C0F-2830-5840-1D8E5F44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B75A81EA-B0C1-7FA2-0CF8-1A3B2E6B0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131EB527-5C85-1DEC-8084-2D79F5BBA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532010B2-FBF6-436D-BE31-2BDD22196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D6871153-7071-FD32-56E3-ACB73FE1D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7A14C830-8304-94ED-A9EE-83C0542F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597D942F-3F70-9705-5C09-07322E0D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074CF8DB-3108-D696-89A8-62E4D8CF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22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6F7BE18-6473-C828-7C51-4DD211A6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EFBA2E29-F175-0E3C-E701-0652244B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A19DCB2D-0907-6AD2-644A-813B6085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4B1A550B-565E-4647-ED1C-440522A7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48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A99D24C5-2325-5DDC-3662-3396A141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A5D49781-9C4E-AC10-3B31-44E855F3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0261D6CE-D741-E616-FDD9-4E9270C4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38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D4DBFC0-5FAF-A798-660A-AA74FC35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89699A82-B649-57A3-AECC-892145E17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89157358-9712-7FE9-D634-D16817EB7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3781F3C2-6081-F47B-6811-4C82655E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3F657484-BC94-FE2E-D52A-807F45BD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F63BC5F8-CC8B-C0B5-7BE5-7D638C07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46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BDC5B50-B3DE-3B9F-A17B-C231476A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93563644-8F52-DF55-97E0-A62271D7D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5902632D-B753-F9AE-E4E1-6DD0E4E49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0A3C9342-6D54-5BEB-2215-9A5CB263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6DBF430E-39E6-46DC-0B3F-3BA3A170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9648CAC-CBEF-813C-73DF-EEF9CA54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62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82510B8-3F0A-3D8D-A5DC-82DB7714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761BF829-D204-7AF1-8078-BA77D2F1E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E3B3921F-70B0-FE8E-763C-E9C40723A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B60FAA7-1543-0C4A-188A-DB04C2A2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DAD84FA-29E1-F93F-ACD4-69ED5581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22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6FA0BCA4-323E-2211-92F0-D22B6ADEB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52136ACF-89AD-3869-054F-7E9B1D1B1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6B6AFD0E-6EB0-099F-5D51-4D1BCC75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6A627CD8-E952-616F-F4DF-EDC407E8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0F2174A0-57AD-FAF5-204D-4CB7954C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159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31EC136-C24B-A7ED-5EE7-CE47B876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65F657C-258F-190F-B938-EE43FEBCF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E9D21DD-0FDE-6894-6BE1-A312DED06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729AD-A660-4566-A42C-EDC458254716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5EDB71E8-D069-B2DA-5659-5C1C318A1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E6C122A-B2F4-2773-B624-E568D496E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87BD7-B8B4-46C1-ACB2-0F0C2925D0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77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668C6EE-4079-F427-42AE-995E57E8B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55" y="1510748"/>
            <a:ext cx="9461507" cy="2736163"/>
          </a:xfrm>
        </p:spPr>
        <p:txBody>
          <a:bodyPr>
            <a:noAutofit/>
          </a:bodyPr>
          <a:lstStyle/>
          <a:p>
            <a:r>
              <a:rPr lang="ru-RU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ПМ 01. Разработка модулей программного обеспечения для компьютерных систем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99D6F154-AEB8-069F-07A5-F5162D238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6407" y="5020640"/>
            <a:ext cx="9144000" cy="1655762"/>
          </a:xfrm>
        </p:spPr>
        <p:txBody>
          <a:bodyPr/>
          <a:lstStyle/>
          <a:p>
            <a:pPr algn="r"/>
            <a:r>
              <a:rPr lang="en-US" dirty="0"/>
              <a:t>C</a:t>
            </a:r>
            <a:r>
              <a:rPr lang="ru-RU" dirty="0" smtClean="0"/>
              <a:t>делал студент </a:t>
            </a:r>
            <a:endParaRPr lang="ru-RU" dirty="0"/>
          </a:p>
          <a:p>
            <a:pPr algn="r"/>
            <a:r>
              <a:rPr lang="ru-RU" dirty="0"/>
              <a:t>группы ИСП-323а </a:t>
            </a:r>
            <a:endParaRPr lang="ru-RU" dirty="0" smtClean="0"/>
          </a:p>
          <a:p>
            <a:pPr algn="r"/>
            <a:r>
              <a:rPr lang="ru-RU" dirty="0" smtClean="0"/>
              <a:t>Чистяков Василий </a:t>
            </a:r>
            <a:r>
              <a:rPr lang="ru-RU" dirty="0" err="1" smtClean="0"/>
              <a:t>Анатльевич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F98F4B1-A000-552E-2AF9-1A856A11B7B0}"/>
              </a:ext>
            </a:extLst>
          </p:cNvPr>
          <p:cNvSpPr txBox="1"/>
          <p:nvPr/>
        </p:nvSpPr>
        <p:spPr>
          <a:xfrm>
            <a:off x="1273323" y="398119"/>
            <a:ext cx="9810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Автономное профессиональное образовательное учреждение Вологодской области «Вологодский колледж связи и информационных технологий»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791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03FD572-8FC8-B0FA-C49C-C046896F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E42F224-6C29-2346-E2ED-D45190581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Введение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Основная часть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Desktop </a:t>
            </a:r>
            <a:r>
              <a:rPr lang="ru-RU" dirty="0" smtClean="0"/>
              <a:t>приложение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WireFrame</a:t>
            </a:r>
            <a:r>
              <a:rPr lang="ru-RU" dirty="0" smtClean="0"/>
              <a:t> </a:t>
            </a:r>
            <a:r>
              <a:rPr lang="ru-RU" dirty="0"/>
              <a:t>для мобильного приложения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</a:t>
            </a:r>
            <a:r>
              <a:rPr lang="ru-RU" dirty="0" smtClean="0"/>
              <a:t>обильного </a:t>
            </a:r>
            <a:r>
              <a:rPr lang="ru-RU" dirty="0"/>
              <a:t>приложения</a:t>
            </a:r>
            <a:r>
              <a:rPr lang="en-US" dirty="0"/>
              <a:t> </a:t>
            </a: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651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278F6C6-9B3E-C100-CEE2-383F3362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Введение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D38BB13-87FC-64C8-0A5C-C8D1D1ECB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386" y="1403097"/>
            <a:ext cx="6545367" cy="4351338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Я </a:t>
            </a:r>
            <a:r>
              <a:rPr lang="ru-RU" sz="1800" dirty="0" smtClean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проходил </a:t>
            </a:r>
            <a:r>
              <a:rPr lang="ru-RU" sz="18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практику в </a:t>
            </a:r>
            <a:r>
              <a:rPr lang="zh-CN" sz="1800" dirty="0">
                <a:effectLst/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БУ ВО «Электронный регион»</a:t>
            </a:r>
            <a:r>
              <a:rPr lang="ru-RU" sz="18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.</a:t>
            </a: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Основная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цель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учреждения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обеспечение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реализации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полномочий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Министерства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цифрового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развития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Вологодской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области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сфере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информационных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en-US" altLang="zh-CN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altLang="zh-CN" sz="1800" dirty="0" smtClean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zh-CN" sz="1800" dirty="0" smtClean="0">
                <a:effectLst/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Вид деятельности: </a:t>
            </a:r>
            <a:r>
              <a:rPr lang="ru-RU" altLang="zh-CN" sz="18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Деятельность, связанная с использованием вычислительной техники и информационных технологий</a:t>
            </a:r>
            <a:r>
              <a:rPr lang="ru-RU" altLang="zh-CN" sz="1800" dirty="0" smtClean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.</a:t>
            </a: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zh-CN" sz="1800" dirty="0" smtClean="0">
                <a:effectLst/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Сфера деятельности: Информационные технологии и их развитие в Вологодской области. </a:t>
            </a:r>
            <a:endParaRPr lang="ru-RU" sz="1800" dirty="0" smtClean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="" xmlns:a16="http://schemas.microsoft.com/office/drawing/2014/main" id="{85FF5FA8-5358-98F3-8FDB-587C911A16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1" r="24320"/>
          <a:stretch/>
        </p:blipFill>
        <p:spPr bwMode="auto">
          <a:xfrm>
            <a:off x="1194159" y="1466707"/>
            <a:ext cx="2582711" cy="340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200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07361BF-92E6-E144-15FE-DAFAC26E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Основная часть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29AC7A4-7F55-03EE-FCC5-97611BBC9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151" y="1809722"/>
            <a:ext cx="81865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Охрана труда (ОТ) и техника безопасности — важнейшие направления, обеспечивающие защиту жизни и здоровья работников на производстве и в офисных условиях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Цели:</a:t>
            </a:r>
          </a:p>
          <a:p>
            <a:pPr lvl="0"/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Создание безопасных условий труда.</a:t>
            </a:r>
          </a:p>
          <a:p>
            <a:pPr lvl="0"/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Обеспечение безопасности рабочих процессов.</a:t>
            </a:r>
          </a:p>
          <a:p>
            <a:pPr lvl="0"/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Предотвращение несчастных случаев.</a:t>
            </a:r>
          </a:p>
          <a:p>
            <a:pPr lvl="0"/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Формирование культуры безопасности среди работников.</a:t>
            </a:r>
          </a:p>
        </p:txBody>
      </p:sp>
    </p:spTree>
    <p:extLst>
      <p:ext uri="{BB962C8B-B14F-4D97-AF65-F5344CB8AC3E}">
        <p14:creationId xmlns:p14="http://schemas.microsoft.com/office/powerpoint/2010/main" val="1534380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Основная функция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top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приложения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594" y="1630018"/>
            <a:ext cx="5474836" cy="4038062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1858010"/>
            <a:ext cx="5274310" cy="314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8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9ACB7A4-571D-6C50-E813-82BB0716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Интерфейс приложения для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desktop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228" y="1596959"/>
            <a:ext cx="5809313" cy="4533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114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Процесс конвертации файла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28" y="1468595"/>
            <a:ext cx="6128190" cy="4552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510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57DB910-1141-77D6-AAC0-F2670C04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WireFrame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для мобильного приложения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797508" y="1272208"/>
            <a:ext cx="4209456" cy="542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93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Основная функция мобильного приложения добавление точек на карту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4307" y="1825625"/>
            <a:ext cx="46633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9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6077075-76F6-5BB6-A6F6-C2C9370F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Интерфейс мобильного приложения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151" y="1383526"/>
            <a:ext cx="2185441" cy="497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292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04AA399-A15B-4AFB-4983-7A8F6800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584EAE41-4102-B565-8727-86BD50D0C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В ходе прохождения практики с 27 октября до 5 декабря на предприятии 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БУ ВО «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Электронный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</a:rPr>
              <a:t>регион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я ознакомился с деятельностью предприятия.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процессе выполнения задач поставленных мне на предприятии я приобрел практические знания в сфере разработки и поддержки ПО на реальных задачах, а также закрепил теоритические и практические знания, полученные в ходе обучения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. А также выполнил индивидуальное задание.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978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240</Words>
  <Application>Microsoft Office PowerPoint</Application>
  <PresentationFormat>Произвольный</PresentationFormat>
  <Paragraphs>32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ПМ 01. Разработка модулей программного обеспечения для компьютерных систем</vt:lpstr>
      <vt:lpstr>Содержание</vt:lpstr>
      <vt:lpstr>Введение </vt:lpstr>
      <vt:lpstr>Основная часть</vt:lpstr>
      <vt:lpstr>Основная функция desktop приложения</vt:lpstr>
      <vt:lpstr>Интерфейс приложения для desktop </vt:lpstr>
      <vt:lpstr>Процесс конвертации файла </vt:lpstr>
      <vt:lpstr>WireFrame для мобильного приложения </vt:lpstr>
      <vt:lpstr>Основная функция мобильного приложения добавление точек на карту</vt:lpstr>
      <vt:lpstr>Интерфейс мобильного приложения</vt:lpstr>
      <vt:lpstr>Заключение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ПМ 01. Разработка модулей программного обеспечения для компьютерных систем</dc:title>
  <dc:creator>salevan .</dc:creator>
  <cp:lastModifiedBy>Пользователь Acer</cp:lastModifiedBy>
  <cp:revision>8</cp:revision>
  <dcterms:created xsi:type="dcterms:W3CDTF">2025-12-02T10:00:43Z</dcterms:created>
  <dcterms:modified xsi:type="dcterms:W3CDTF">2025-12-04T17:40:07Z</dcterms:modified>
</cp:coreProperties>
</file>